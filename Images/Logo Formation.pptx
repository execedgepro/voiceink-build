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5" r:id="rId3"/>
    <p:sldId id="264" r:id="rId4"/>
    <p:sldId id="256" r:id="rId5"/>
    <p:sldId id="263" r:id="rId6"/>
    <p:sldId id="261" r:id="rId7"/>
    <p:sldId id="260" r:id="rId8"/>
    <p:sldId id="259" r:id="rId9"/>
    <p:sldId id="25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19" d="100"/>
          <a:sy n="119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18615-1E3C-1D35-6F29-2F3B7FF0C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877C9-B3D3-E1EC-E4B4-EE13E620F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CB490-FF34-A552-6903-C46E59523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D706-6124-814F-B7C0-4DBBE6CC512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2B72F-7A2C-79E6-B2AA-494BE2B26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7B2B2-537F-32A4-3000-02613CD8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AC428-2287-0F4A-A829-BEA054BD8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1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FB61-E111-7F7A-ECB3-699265D7E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3E2EA-1184-9355-99E5-12A5A34DD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D4C7B-C392-7F0A-B66F-05D4ACD8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D706-6124-814F-B7C0-4DBBE6CC512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2D5D2-DEE1-3004-EDEB-FF042A7D4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F0A24-58EF-EA4D-A8B4-DD6BDC6F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AC428-2287-0F4A-A829-BEA054BD8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6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5756-658D-DFEA-3C80-691AD621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70500-1233-E27D-DB3C-CFE1424D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2CCF3-696F-3E5E-CDEB-2EAF27257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D706-6124-814F-B7C0-4DBBE6CC512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A7185-1D39-4EBB-0C76-1179EAB2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2CB71-5888-A4F3-31C4-605153FB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AC428-2287-0F4A-A829-BEA054BD8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00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5E57-5560-51D0-046C-91E65A4C1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17593-CCE4-A303-BFBD-1939E2EBBB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C005A-51C7-20C8-BB5E-81FDFDC6C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1DC6E-DADA-FBC8-FDB2-D242D6E16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D706-6124-814F-B7C0-4DBBE6CC512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E1C44-AD4F-40FB-8932-0323C6F4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47630-C3C8-7CC3-1AC9-28775C925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AC428-2287-0F4A-A829-BEA054BD8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775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B9FF4-AB65-FD52-C487-AA1F4723A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A45CE-5830-FA91-F6AE-C3804DE81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B1943-FBD9-4262-852F-F3987A70E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76951-CD40-7041-6D39-1F02F79D1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C49274-1751-9E46-43F1-7B5DA23191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B1B303-1083-D5B9-8B23-62200EF45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D706-6124-814F-B7C0-4DBBE6CC512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DCDBDC-F08E-7A11-7E53-B865C181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3E6850-8576-E57B-0260-E6FD20E0B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AC428-2287-0F4A-A829-BEA054BD8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49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4E60-F84B-8631-8E96-7D8F12C27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9759DB-C429-5AE4-F7EA-46AD47A86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D706-6124-814F-B7C0-4DBBE6CC512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B059B-2FAB-8B5E-6152-9243F92EC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921D15-6D93-51A4-1B50-39ABB852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AC428-2287-0F4A-A829-BEA054BD8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9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59CFA-DD47-CD2D-9F8A-A19ECAEC0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D706-6124-814F-B7C0-4DBBE6CC512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E5261D-B836-A8CF-3E7F-E7586500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A8BD4-7D1A-B36E-AFED-49A67F20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AC428-2287-0F4A-A829-BEA054BD8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3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2165-599E-5E3F-3940-F9E48716B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6D47B-F365-1068-7BBB-2E9977A9F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16487-D6CE-70BB-78EF-DA357F8E4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DAB6B-6FF4-ACD2-F520-20B8E1FF9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D706-6124-814F-B7C0-4DBBE6CC512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71421-918C-2C43-12DB-29BDA902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9B3DB-26CC-4CFB-8FCE-351D025E5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AC428-2287-0F4A-A829-BEA054BD8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0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E40C-E098-077D-6400-D5F3E4092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E959FC-0F6A-3153-A799-D0AF3A1D9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A855B-7BB4-3F12-DC77-4A3805993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38900-37F9-41AA-0D56-E1C8B234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D706-6124-814F-B7C0-4DBBE6CC512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A9BA8-57A8-2535-2552-5C7125686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2A154-D5BD-9A77-A093-F1937916F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AC428-2287-0F4A-A829-BEA054BD8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0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3B8BB-8EE7-E17E-305C-5489D40B0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DFF04-1E3D-AD8E-C498-87102A799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C4E49-372A-9D14-1DA9-1758EC9A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D706-6124-814F-B7C0-4DBBE6CC512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C6682-6613-510E-4DD3-E18F6C06F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2FD1A-4220-89D6-D9B5-8B429973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AC428-2287-0F4A-A829-BEA054BD8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97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E71A04-6FE2-4245-9D8F-22508849E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63C87-3112-A3F7-9FBC-7EB5B0550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F5BD1-809F-57CB-D3C4-C679D3AD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D706-6124-814F-B7C0-4DBBE6CC512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9BFC9-2A6E-88F8-0EA2-E44537D4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B90E8-B4AB-2B33-6B4C-070E71981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AC428-2287-0F4A-A829-BEA054BD8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3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0B941B-1D54-1D5D-CFB2-B1205428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0BE93-EF19-E043-6C42-46123F6FF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98BD8-46F2-480F-53CA-56C4AA761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CD706-6124-814F-B7C0-4DBBE6CC512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F94A5-197F-4FBA-A394-7B949009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74CCE-25DB-0380-EA8A-FA3839408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AC428-2287-0F4A-A829-BEA054BD8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37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A3994A-7D08-16CD-0FC5-5A9AC3572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623848">
            <a:off x="621894" y="557346"/>
            <a:ext cx="3766291" cy="49780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D346A6-F49D-8DFE-03AF-BC51663EF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154" y="91131"/>
            <a:ext cx="7977692" cy="676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89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957D-274E-783A-6B47-0247EDC3C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0A26C-BBF3-66CC-06D7-4E738F400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b="0" i="0" dirty="0">
                <a:effectLst/>
              </a:rPr>
              <a:t>Hello Claude, so far the Council was able to pull through - app is running on Phase 1 along with the required post-mortem step. Now they are set for Phase 2 and I have created the </a:t>
            </a:r>
            <a:r>
              <a:rPr lang="en-PH" b="0" i="0" dirty="0" err="1">
                <a:effectLst/>
              </a:rPr>
              <a:t>EliteWrite</a:t>
            </a:r>
            <a:r>
              <a:rPr lang="en-PH" b="0" i="0" dirty="0">
                <a:effectLst/>
              </a:rPr>
              <a:t> logo as attached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95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7C50269-508C-93B4-63C2-9D3D374A32A3}"/>
              </a:ext>
            </a:extLst>
          </p:cNvPr>
          <p:cNvGrpSpPr/>
          <p:nvPr/>
        </p:nvGrpSpPr>
        <p:grpSpPr>
          <a:xfrm>
            <a:off x="3022720" y="3001383"/>
            <a:ext cx="2481610" cy="2149813"/>
            <a:chOff x="2154323" y="329824"/>
            <a:chExt cx="6215123" cy="619835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5F10AEC-7D80-D063-1E50-6680D614F261}"/>
                </a:ext>
              </a:extLst>
            </p:cNvPr>
            <p:cNvGrpSpPr/>
            <p:nvPr/>
          </p:nvGrpSpPr>
          <p:grpSpPr>
            <a:xfrm>
              <a:off x="2154323" y="329824"/>
              <a:ext cx="6215123" cy="6198352"/>
              <a:chOff x="2677613" y="783361"/>
              <a:chExt cx="4215926" cy="397260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06577514-A1E3-5BF3-7695-F8133AF244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609230">
                <a:off x="2677613" y="783361"/>
                <a:ext cx="2573678" cy="3972602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8BF1B5A-5AA4-4AAC-B6FC-53E6C9C82D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5333275">
                <a:off x="3532598" y="1227179"/>
                <a:ext cx="3089509" cy="3632373"/>
              </a:xfrm>
              <a:prstGeom prst="rect">
                <a:avLst/>
              </a:prstGeom>
            </p:spPr>
          </p:pic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E5D7268-C2FC-A987-4490-99AC1917885D}"/>
                </a:ext>
              </a:extLst>
            </p:cNvPr>
            <p:cNvSpPr/>
            <p:nvPr/>
          </p:nvSpPr>
          <p:spPr>
            <a:xfrm rot="4902714">
              <a:off x="4811015" y="2699250"/>
              <a:ext cx="1190028" cy="144813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F98F061-6110-57C4-3693-CA1462C737BD}"/>
                </a:ext>
              </a:extLst>
            </p:cNvPr>
            <p:cNvSpPr/>
            <p:nvPr/>
          </p:nvSpPr>
          <p:spPr>
            <a:xfrm rot="17118685">
              <a:off x="4392038" y="1179557"/>
              <a:ext cx="1188791" cy="27406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FF99B6A-FF61-3BE0-DF06-AECF995E0057}"/>
                </a:ext>
              </a:extLst>
            </p:cNvPr>
            <p:cNvSpPr/>
            <p:nvPr/>
          </p:nvSpPr>
          <p:spPr>
            <a:xfrm rot="20172192">
              <a:off x="4488260" y="2708001"/>
              <a:ext cx="1363388" cy="24527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44FB640-129F-8928-A616-BE9BE66058EB}"/>
                </a:ext>
              </a:extLst>
            </p:cNvPr>
            <p:cNvSpPr/>
            <p:nvPr/>
          </p:nvSpPr>
          <p:spPr>
            <a:xfrm>
              <a:off x="4577581" y="2415596"/>
              <a:ext cx="949175" cy="15813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76864B-5E4D-443E-A436-83B38769131E}"/>
                </a:ext>
              </a:extLst>
            </p:cNvPr>
            <p:cNvSpPr/>
            <p:nvPr/>
          </p:nvSpPr>
          <p:spPr>
            <a:xfrm rot="226158">
              <a:off x="4151711" y="2201785"/>
              <a:ext cx="861051" cy="12272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9AA3994A-7D08-16CD-0FC5-5A9AC3572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23848">
            <a:off x="5802574" y="1983206"/>
            <a:ext cx="2186290" cy="28897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3CAB18-5422-1AB0-C216-F70C89E40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99406">
            <a:off x="3704331" y="556905"/>
            <a:ext cx="3271213" cy="465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43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6577514-A1E3-5BF3-7695-F8133AF24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9230">
            <a:off x="2212784" y="1684422"/>
            <a:ext cx="2149404" cy="31147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0AC116-6398-D756-03DB-BCE94CED0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561331">
            <a:off x="9233737" y="789659"/>
            <a:ext cx="2540164" cy="23836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BF1B5A-5AA4-4AAC-B6FC-53E6C9C82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333275">
            <a:off x="3049846" y="1670878"/>
            <a:ext cx="2148122" cy="28591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AA3994A-7D08-16CD-0FC5-5A9AC3572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534076">
            <a:off x="7089932" y="424081"/>
            <a:ext cx="2356569" cy="311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402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7C50269-508C-93B4-63C2-9D3D374A32A3}"/>
              </a:ext>
            </a:extLst>
          </p:cNvPr>
          <p:cNvGrpSpPr/>
          <p:nvPr/>
        </p:nvGrpSpPr>
        <p:grpSpPr>
          <a:xfrm>
            <a:off x="3022720" y="3001383"/>
            <a:ext cx="2481610" cy="2149813"/>
            <a:chOff x="2154323" y="329824"/>
            <a:chExt cx="6215123" cy="619835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5F10AEC-7D80-D063-1E50-6680D614F261}"/>
                </a:ext>
              </a:extLst>
            </p:cNvPr>
            <p:cNvGrpSpPr/>
            <p:nvPr/>
          </p:nvGrpSpPr>
          <p:grpSpPr>
            <a:xfrm>
              <a:off x="2154323" y="329824"/>
              <a:ext cx="6215123" cy="6198352"/>
              <a:chOff x="2677613" y="783361"/>
              <a:chExt cx="4215926" cy="397260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06577514-A1E3-5BF3-7695-F8133AF244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609230">
                <a:off x="2677613" y="783361"/>
                <a:ext cx="2573678" cy="3972602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8BF1B5A-5AA4-4AAC-B6FC-53E6C9C82D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5333275">
                <a:off x="3532598" y="1227179"/>
                <a:ext cx="3089509" cy="3632373"/>
              </a:xfrm>
              <a:prstGeom prst="rect">
                <a:avLst/>
              </a:prstGeom>
            </p:spPr>
          </p:pic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E5D7268-C2FC-A987-4490-99AC1917885D}"/>
                </a:ext>
              </a:extLst>
            </p:cNvPr>
            <p:cNvSpPr/>
            <p:nvPr/>
          </p:nvSpPr>
          <p:spPr>
            <a:xfrm rot="4902714">
              <a:off x="4811015" y="2699250"/>
              <a:ext cx="1190028" cy="144813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F98F061-6110-57C4-3693-CA1462C737BD}"/>
                </a:ext>
              </a:extLst>
            </p:cNvPr>
            <p:cNvSpPr/>
            <p:nvPr/>
          </p:nvSpPr>
          <p:spPr>
            <a:xfrm rot="17118685">
              <a:off x="4392038" y="1179557"/>
              <a:ext cx="1188791" cy="27406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FF99B6A-FF61-3BE0-DF06-AECF995E0057}"/>
                </a:ext>
              </a:extLst>
            </p:cNvPr>
            <p:cNvSpPr/>
            <p:nvPr/>
          </p:nvSpPr>
          <p:spPr>
            <a:xfrm rot="20172192">
              <a:off x="4488260" y="2708001"/>
              <a:ext cx="1363388" cy="24527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44FB640-129F-8928-A616-BE9BE66058EB}"/>
                </a:ext>
              </a:extLst>
            </p:cNvPr>
            <p:cNvSpPr/>
            <p:nvPr/>
          </p:nvSpPr>
          <p:spPr>
            <a:xfrm>
              <a:off x="4577581" y="2415596"/>
              <a:ext cx="949175" cy="15813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76864B-5E4D-443E-A436-83B38769131E}"/>
                </a:ext>
              </a:extLst>
            </p:cNvPr>
            <p:cNvSpPr/>
            <p:nvPr/>
          </p:nvSpPr>
          <p:spPr>
            <a:xfrm rot="226158">
              <a:off x="4151711" y="2201785"/>
              <a:ext cx="861051" cy="12272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9AA3994A-7D08-16CD-0FC5-5A9AC3572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23848">
            <a:off x="3806638" y="1182118"/>
            <a:ext cx="2186290" cy="288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30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F7254B2-B516-9322-E3B4-12E3C9F794BA}"/>
              </a:ext>
            </a:extLst>
          </p:cNvPr>
          <p:cNvGrpSpPr/>
          <p:nvPr/>
        </p:nvGrpSpPr>
        <p:grpSpPr>
          <a:xfrm>
            <a:off x="167733" y="901806"/>
            <a:ext cx="5230568" cy="3904803"/>
            <a:chOff x="2943206" y="869533"/>
            <a:chExt cx="5230568" cy="390480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6577514-A1E3-5BF3-7695-F8133AF24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43206" y="1596507"/>
              <a:ext cx="1938898" cy="285915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A0AC116-6398-D756-03DB-BCE94CED0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420905">
              <a:off x="5633610" y="1934595"/>
              <a:ext cx="2540164" cy="2383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EA86A2F-2403-CC27-ADE1-DE5106676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9620862">
              <a:off x="3771686" y="869533"/>
              <a:ext cx="2945729" cy="3904803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A2FBEF4-F6FA-F19A-D22F-EB0A27AA8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38" y="1705877"/>
            <a:ext cx="1938898" cy="28591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078FDD-5E79-CE02-78C1-F3DFF11A7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905">
            <a:off x="8927242" y="2043965"/>
            <a:ext cx="2540164" cy="2383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6A06CF-9B85-E8EC-65C6-13ED6741A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620862">
            <a:off x="7065318" y="978903"/>
            <a:ext cx="2945729" cy="390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343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0DB11A-E29F-7482-0E88-BEB4BE4D7A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538" b="50000"/>
          <a:stretch/>
        </p:blipFill>
        <p:spPr>
          <a:xfrm>
            <a:off x="0" y="0"/>
            <a:ext cx="1613647" cy="342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AA88AE-705F-E18B-1B5E-407CBF58DE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73" t="54117" r="52865" b="13255"/>
          <a:stretch/>
        </p:blipFill>
        <p:spPr>
          <a:xfrm>
            <a:off x="1893346" y="-1"/>
            <a:ext cx="1613647" cy="2237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4932F5-F743-FE8B-C2AE-611F67A69E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5" t="37010" r="80790" b="55485"/>
          <a:stretch/>
        </p:blipFill>
        <p:spPr>
          <a:xfrm>
            <a:off x="1667140" y="2487583"/>
            <a:ext cx="2008295" cy="23666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97EF7A-2D36-4DE3-B555-4C1AC92182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728" t="2013" b="57987"/>
          <a:stretch/>
        </p:blipFill>
        <p:spPr>
          <a:xfrm>
            <a:off x="5054537" y="-1"/>
            <a:ext cx="1715657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C79431-5B89-F008-C730-B1743C749A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986" t="55411" r="9001" b="10079"/>
          <a:stretch/>
        </p:blipFill>
        <p:spPr>
          <a:xfrm>
            <a:off x="3675435" y="-1"/>
            <a:ext cx="1161826" cy="2366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FE84DC-27D3-777B-EC42-0A2777DCE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161" y="-213360"/>
            <a:ext cx="3629286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8238DB-8AD1-69BD-9104-DCD67445CE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18" t="14745" r="70359" b="71111"/>
          <a:stretch/>
        </p:blipFill>
        <p:spPr>
          <a:xfrm>
            <a:off x="7116325" y="138192"/>
            <a:ext cx="2008295" cy="469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95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DDB3D5-0B0C-4C9D-CFE6-76AAB60F1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142" y="0"/>
            <a:ext cx="36337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026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71274-F122-115F-1330-F6DFB41F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F42F6-01AE-3F3D-313C-741F3D25E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an image for logo purposes of an abstract representation of a writing quill with a distinct combination of the following colors: orange #f38d01, vivid blue #1479ff, dark blue #0a0f1a, and dark grey #545454 for Elite Write concept.</a:t>
            </a:r>
          </a:p>
        </p:txBody>
      </p:sp>
    </p:spTree>
    <p:extLst>
      <p:ext uri="{BB962C8B-B14F-4D97-AF65-F5344CB8AC3E}">
        <p14:creationId xmlns:p14="http://schemas.microsoft.com/office/powerpoint/2010/main" val="1106101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A7928C-9E6E-FCF7-355F-17EB8F265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3485" y="0"/>
            <a:ext cx="7123696" cy="689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6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3008</TotalTime>
  <Words>90</Words>
  <Application>Microsoft Macintosh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Ferdz Surabasquez</dc:creator>
  <cp:lastModifiedBy>Ferdz Surabasquez</cp:lastModifiedBy>
  <cp:revision>1</cp:revision>
  <dcterms:created xsi:type="dcterms:W3CDTF">2026-05-18T11:02:30Z</dcterms:created>
  <dcterms:modified xsi:type="dcterms:W3CDTF">2026-05-20T13:10:36Z</dcterms:modified>
</cp:coreProperties>
</file>